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we choose which work runs, how it is computed and in what order, under a thermal budget, using only DAA syllabus techniques. The bar is real output: 0/1 Knapsack admits J2 and J3, filling the budget of 50 exactly, for benefit 220.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heavy jobs together cause heat and throttling. Software cannot cool the CPU, so state the design boundary clearly. Then name the three things software can do: admit the right jobs, do less arithmetic, organise the rest. Each maps to a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row: entity, model, size parameter, technique. Stress that we started from the scenario, not from the algorithm. State the objective (maximise useful output, minimise work) and the constraint (total thermal cost ≤ 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six stages. The dark box is the heart: rules inspect properties of the input, never algorithm names. Read two or three rules aloud. Mention GCD scaling in the MODEL stage and that telemetry always uses a B-Tree because of the data's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five jobs, same budget, one question: can a job be split? If not, 0/1 DP gets 220, and greedy would get only 190. If yes, the greedy is provably optimal and gets 240. Show the recurrence and complexities. Greedy was wrong in 61.7% of random 40-job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answer, half the arithmetic. ((A1A2)(A3A4)) needs 5,000 multiplications vs 10,500 left to right: 52.4% less work, our proxy for heat. DP work grows exactly as (n³ − n)/6; 160 matrices take about 90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bounds: Fibonacci has O(1) amortized decrease-key. Then show the measurement: it wins only when jobs are boosted to the front (512k vs 1.04M operations). With no or small updates, Binomial does less work, so our rule checks the kind of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data's shape decides the structure: ordered timestamp keys, 'last 10 minutes' range queries (a hash table cannot do these), wide shallow nodes for a log on disk, and no deletion. Blue is the search path, orange the range scan. At 50,000 readings: 10 levels, 9.5 nodes and 18.9 comparisons per search, 120 readings in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peak hours to night batch, admission, computation and the run queue all switch technique; the B-Tree stays because the data's shape has not changed. 0/1 DP is pseudo-polynomial: raising W 50× raised time from 1.8 to about 107 ms and memory to 13 MiB, while the greedy stayed at about 0.03 ms. 35/35 tests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three limitations, and the gaps that motivated newer algorithms (pairing heaps, Hu–Shing, B+ Trees, LSM-Trees). End with 'Thank you' and invite questions. Have the dashboard open in case they ask for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 of the ThermoSched pres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ThermoSched (pixel-perfect)</dc:title>
  <dc:subject>PptxGenJS Presentation</dc:subject>
  <dc:creator>Group 11</dc:creator>
  <cp:lastModifiedBy>Group 11</cp:lastModifiedBy>
  <cp:revision>1</cp:revision>
  <dcterms:created xsi:type="dcterms:W3CDTF">2026-10-12T19:04:13Z</dcterms:created>
  <dcterms:modified xsi:type="dcterms:W3CDTF">2026-10-12T19:04:13Z</dcterms:modified>
</cp:coreProperties>
</file>